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7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2"/>
  </p:notesMasterIdLst>
  <p:sldIdLst>
    <p:sldId id="256" r:id="rId18"/>
    <p:sldId id="257" r:id="rId19"/>
    <p:sldId id="258" r:id="rId20"/>
    <p:sldId id="259" r:id="rId21"/>
    <p:sldId id="260" r:id="rId17"/>
    <p:sldId id="261" r:id="rId16"/>
    <p:sldId id="262" r:id="rId15"/>
    <p:sldId id="263" r:id="rId14"/>
    <p:sldId id="264" r:id="rId13"/>
    <p:sldId id="265" r:id="rId12"/>
    <p:sldId id="266" r:id="rId11"/>
    <p:sldId id="267" r:id="rId10"/>
  </p:sldIdLst>
  <p:sldSz cx="12192000" cy="6858000"/>
  <p:notesSz cx="6858000" cy="9144000"/>
  <p:embeddedFontLst>
    <p:embeddedFont>
      <p:font typeface="Amazon Ember Display" panose="020B0604020202020204" charset="0"/>
      <p:regular r:id="rId23"/>
      <p:bold r:id="rId24"/>
      <p:italic r:id="rId25"/>
      <p:boldItalic r:id="rId26"/>
    </p:embeddedFont>
    <p:embeddedFont>
      <p:font typeface="Amazon Ember Duospace" panose="020B060402020202020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871"/>
    <a:srgbClr val="DEDEE3"/>
    <a:srgbClr val="D14600"/>
    <a:srgbClr val="006CE0"/>
    <a:srgbClr val="008559"/>
    <a:srgbClr val="7300E5"/>
    <a:srgbClr val="D600BA"/>
    <a:srgbClr val="8C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E01C6A-2960-4B20-BEC0-DE786FB771E8}" v="1" dt="2026-08-21T17:57:38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6"/>
    <p:restoredTop sz="94772"/>
  </p:normalViewPr>
  <p:slideViewPr>
    <p:cSldViewPr snapToGrid="0">
      <p:cViewPr varScale="1">
        <p:scale>
          <a:sx n="78" d="100"/>
          <a:sy n="78" d="100"/>
        </p:scale>
        <p:origin x="12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av Kagde" userId="5pmGpFHXNaK4+VeJJGlbiovGBcLcW+IwZXoDKaLVoog=" providerId="None" clId="Web-{2356EC52-72A5-4E09-9FCF-712E7F92D3EB}"/>
    <pc:docChg chg="modSld">
      <pc:chgData name="Atharav Kagde" userId="5pmGpFHXNaK4+VeJJGlbiovGBcLcW+IwZXoDKaLVoog=" providerId="None" clId="Web-{2356EC52-72A5-4E09-9FCF-712E7F92D3EB}" dt="2026-08-13T21:08:28.306" v="19" actId="1076"/>
      <pc:docMkLst>
        <pc:docMk/>
      </pc:docMkLst>
      <pc:sldChg chg="modSp">
        <pc:chgData name="Atharav Kagde" userId="5pmGpFHXNaK4+VeJJGlbiovGBcLcW+IwZXoDKaLVoog=" providerId="None" clId="Web-{2356EC52-72A5-4E09-9FCF-712E7F92D3EB}" dt="2026-08-13T21:08:28.306" v="19" actId="1076"/>
        <pc:sldMkLst>
          <pc:docMk/>
          <pc:sldMk cId="1761884259" sldId="375"/>
        </pc:sldMkLst>
        <pc:spChg chg="mod">
          <ac:chgData name="Atharav Kagde" userId="5pmGpFHXNaK4+VeJJGlbiovGBcLcW+IwZXoDKaLVoog=" providerId="None" clId="Web-{2356EC52-72A5-4E09-9FCF-712E7F92D3EB}" dt="2026-08-13T21:07:40.131" v="14" actId="20577"/>
          <ac:spMkLst>
            <pc:docMk/>
            <pc:sldMk cId="1761884259" sldId="375"/>
            <ac:spMk id="2" creationId="{3EB701A5-5DEA-7792-2C7E-08627E23C2A9}"/>
          </ac:spMkLst>
        </pc:spChg>
        <pc:spChg chg="mod">
          <ac:chgData name="Atharav Kagde" userId="5pmGpFHXNaK4+VeJJGlbiovGBcLcW+IwZXoDKaLVoog=" providerId="None" clId="Web-{2356EC52-72A5-4E09-9FCF-712E7F92D3EB}" dt="2026-08-13T21:08:28.306" v="19" actId="1076"/>
          <ac:spMkLst>
            <pc:docMk/>
            <pc:sldMk cId="1761884259" sldId="375"/>
            <ac:spMk id="3" creationId="{AC5693FD-7083-8AB8-66AF-185882566F6D}"/>
          </ac:spMkLst>
        </pc:spChg>
      </pc:sldChg>
    </pc:docChg>
  </pc:docChgLst>
  <pc:docChgLst>
    <pc:chgData name="Lindsay Hair" userId="iC1JggkLolH9SzCQHtMsWaF8iA5Nol1ahMy4mBWE5o4=" providerId="None" clId="Web-{E107DB5C-DFB2-4250-9F08-889E61AFAD54}"/>
    <pc:docChg chg="modSld">
      <pc:chgData name="Lindsay Hair" userId="iC1JggkLolH9SzCQHtMsWaF8iA5Nol1ahMy4mBWE5o4=" providerId="None" clId="Web-{E107DB5C-DFB2-4250-9F08-889E61AFAD54}" dt="2026-08-12T21:12:13.298" v="13" actId="20577"/>
      <pc:docMkLst>
        <pc:docMk/>
      </pc:docMkLst>
      <pc:sldChg chg="modSp">
        <pc:chgData name="Lindsay Hair" userId="iC1JggkLolH9SzCQHtMsWaF8iA5Nol1ahMy4mBWE5o4=" providerId="None" clId="Web-{E107DB5C-DFB2-4250-9F08-889E61AFAD54}" dt="2026-08-12T21:12:13.298" v="13" actId="20577"/>
        <pc:sldMkLst>
          <pc:docMk/>
          <pc:sldMk cId="1761884259" sldId="375"/>
        </pc:sldMkLst>
        <pc:spChg chg="mod">
          <ac:chgData name="Lindsay Hair" userId="iC1JggkLolH9SzCQHtMsWaF8iA5Nol1ahMy4mBWE5o4=" providerId="None" clId="Web-{E107DB5C-DFB2-4250-9F08-889E61AFAD54}" dt="2026-08-12T21:12:13.298" v="13" actId="20577"/>
          <ac:spMkLst>
            <pc:docMk/>
            <pc:sldMk cId="1761884259" sldId="375"/>
            <ac:spMk id="2" creationId="{3EB701A5-5DEA-7792-2C7E-08627E23C2A9}"/>
          </ac:spMkLst>
        </pc:spChg>
        <pc:spChg chg="mod">
          <ac:chgData name="Lindsay Hair" userId="iC1JggkLolH9SzCQHtMsWaF8iA5Nol1ahMy4mBWE5o4=" providerId="None" clId="Web-{E107DB5C-DFB2-4250-9F08-889E61AFAD54}" dt="2026-08-12T21:11:57.235" v="0" actId="20577"/>
          <ac:spMkLst>
            <pc:docMk/>
            <pc:sldMk cId="1761884259" sldId="375"/>
            <ac:spMk id="3" creationId="{AC5693FD-7083-8AB8-66AF-185882566F6D}"/>
          </ac:spMkLst>
        </pc:spChg>
      </pc:sldChg>
    </pc:docChg>
  </pc:docChgLst>
  <pc:docChgLst>
    <pc:chgData name="Gaurav Jangid" userId="bbmhmq+CfY1euq30ZV1DvQ3grRzO3yIPIB6f2HqIsc0=" providerId="None" clId="Web-{4CE01C6A-2960-4B20-BEC0-DE786FB771E8}"/>
    <pc:docChg chg="modSld">
      <pc:chgData name="Gaurav Jangid" userId="bbmhmq+CfY1euq30ZV1DvQ3grRzO3yIPIB6f2HqIsc0=" providerId="None" clId="Web-{4CE01C6A-2960-4B20-BEC0-DE786FB771E8}" dt="2026-08-21T17:57:38.238" v="0" actId="20577"/>
      <pc:docMkLst>
        <pc:docMk/>
      </pc:docMkLst>
      <pc:sldChg chg="modSp">
        <pc:chgData name="Gaurav Jangid" userId="bbmhmq+CfY1euq30ZV1DvQ3grRzO3yIPIB6f2HqIsc0=" providerId="None" clId="Web-{4CE01C6A-2960-4B20-BEC0-DE786FB771E8}" dt="2026-08-21T17:57:38.238" v="0" actId="20577"/>
        <pc:sldMkLst>
          <pc:docMk/>
          <pc:sldMk cId="1761884259" sldId="375"/>
        </pc:sldMkLst>
        <pc:spChg chg="mod">
          <ac:chgData name="Gaurav Jangid" userId="bbmhmq+CfY1euq30ZV1DvQ3grRzO3yIPIB6f2HqIsc0=" providerId="None" clId="Web-{4CE01C6A-2960-4B20-BEC0-DE786FB771E8}" dt="2026-08-21T17:57:38.238" v="0" actId="20577"/>
          <ac:spMkLst>
            <pc:docMk/>
            <pc:sldMk cId="1761884259" sldId="375"/>
            <ac:spMk id="3" creationId="{AC5693FD-7083-8AB8-66AF-185882566F6D}"/>
          </ac:spMkLst>
        </pc:spChg>
      </pc:sldChg>
    </pc:docChg>
  </pc:docChgLst>
  <pc:docChgLst>
    <pc:chgData name="Sai Sruthi R" userId="0I4vB/vP8gPX2rTtH0fxwXdDgorBwMoVaPRLb3Fu8t0=" providerId="None" clId="Web-{E349D28C-6FB5-41E0-8FC4-E0763E010D08}"/>
    <pc:docChg chg="addSld modSld">
      <pc:chgData name="Sai Sruthi R" userId="0I4vB/vP8gPX2rTtH0fxwXdDgorBwMoVaPRLb3Fu8t0=" providerId="None" clId="Web-{E349D28C-6FB5-41E0-8FC4-E0763E010D08}" dt="2026-07-31T00:30:19.283" v="64"/>
      <pc:docMkLst>
        <pc:docMk/>
      </pc:docMkLst>
      <pc:sldChg chg="modSp">
        <pc:chgData name="Sai Sruthi R" userId="0I4vB/vP8gPX2rTtH0fxwXdDgorBwMoVaPRLb3Fu8t0=" providerId="None" clId="Web-{E349D28C-6FB5-41E0-8FC4-E0763E010D08}" dt="2026-07-30T08:37:28.219" v="41" actId="20577"/>
        <pc:sldMkLst>
          <pc:docMk/>
          <pc:sldMk cId="1761884259" sldId="375"/>
        </pc:sldMkLst>
        <pc:spChg chg="mod">
          <ac:chgData name="Sai Sruthi R" userId="0I4vB/vP8gPX2rTtH0fxwXdDgorBwMoVaPRLb3Fu8t0=" providerId="None" clId="Web-{E349D28C-6FB5-41E0-8FC4-E0763E010D08}" dt="2026-07-30T08:36:14.985" v="29" actId="20577"/>
          <ac:spMkLst>
            <pc:docMk/>
            <pc:sldMk cId="1761884259" sldId="375"/>
            <ac:spMk id="2" creationId="{3EB701A5-5DEA-7792-2C7E-08627E23C2A9}"/>
          </ac:spMkLst>
        </pc:spChg>
        <pc:spChg chg="mod">
          <ac:chgData name="Sai Sruthi R" userId="0I4vB/vP8gPX2rTtH0fxwXdDgorBwMoVaPRLb3Fu8t0=" providerId="None" clId="Web-{E349D28C-6FB5-41E0-8FC4-E0763E010D08}" dt="2026-07-30T08:37:28.219" v="41" actId="20577"/>
          <ac:spMkLst>
            <pc:docMk/>
            <pc:sldMk cId="1761884259" sldId="375"/>
            <ac:spMk id="3" creationId="{AC5693FD-7083-8AB8-66AF-185882566F6D}"/>
          </ac:spMkLst>
        </pc:spChg>
      </pc:sldChg>
      <pc:sldChg chg="addSp delSp modSp">
        <pc:chgData name="Sai Sruthi R" userId="0I4vB/vP8gPX2rTtH0fxwXdDgorBwMoVaPRLb3Fu8t0=" providerId="None" clId="Web-{E349D28C-6FB5-41E0-8FC4-E0763E010D08}" dt="2026-07-30T09:44:50.592" v="61" actId="14100"/>
        <pc:sldMkLst>
          <pc:docMk/>
          <pc:sldMk cId="4291488217" sldId="376"/>
        </pc:sldMkLst>
      </pc:sldChg>
      <pc:sldChg chg="new">
        <pc:chgData name="Sai Sruthi R" userId="0I4vB/vP8gPX2rTtH0fxwXdDgorBwMoVaPRLb3Fu8t0=" providerId="None" clId="Web-{E349D28C-6FB5-41E0-8FC4-E0763E010D08}" dt="2026-07-31T00:29:51.674" v="62"/>
        <pc:sldMkLst>
          <pc:docMk/>
          <pc:sldMk cId="2543896846" sldId="377"/>
        </pc:sldMkLst>
      </pc:sldChg>
      <pc:sldChg chg="new">
        <pc:chgData name="Sai Sruthi R" userId="0I4vB/vP8gPX2rTtH0fxwXdDgorBwMoVaPRLb3Fu8t0=" providerId="None" clId="Web-{E349D28C-6FB5-41E0-8FC4-E0763E010D08}" dt="2026-07-31T00:29:59.658" v="63"/>
        <pc:sldMkLst>
          <pc:docMk/>
          <pc:sldMk cId="3841189088" sldId="378"/>
        </pc:sldMkLst>
      </pc:sldChg>
      <pc:sldChg chg="new">
        <pc:chgData name="Sai Sruthi R" userId="0I4vB/vP8gPX2rTtH0fxwXdDgorBwMoVaPRLb3Fu8t0=" providerId="None" clId="Web-{E349D28C-6FB5-41E0-8FC4-E0763E010D08}" dt="2026-07-31T00:30:19.283" v="64"/>
        <pc:sldMkLst>
          <pc:docMk/>
          <pc:sldMk cId="3605835148" sldId="379"/>
        </pc:sldMkLst>
      </pc:sldChg>
    </pc:docChg>
  </pc:docChgLst>
  <pc:docChgLst>
    <pc:chgData name="vipul joshi" userId="y7qHKFKSLR2gjYXLh/z/aDXT2J+4HOiVt1OFnXaFpQU=" providerId="None" clId="Web-{6D1F1C97-5005-46EE-BC9E-F6F7DBFFE0F6}"/>
    <pc:docChg chg="modSld">
      <pc:chgData name="vipul joshi" userId="y7qHKFKSLR2gjYXLh/z/aDXT2J+4HOiVt1OFnXaFpQU=" providerId="None" clId="Web-{6D1F1C97-5005-46EE-BC9E-F6F7DBFFE0F6}" dt="2026-07-30T18:42:33.922" v="3"/>
      <pc:docMkLst>
        <pc:docMk/>
      </pc:docMkLst>
      <pc:sldChg chg="delSp modSp mod modShow">
        <pc:chgData name="vipul joshi" userId="y7qHKFKSLR2gjYXLh/z/aDXT2J+4HOiVt1OFnXaFpQU=" providerId="None" clId="Web-{6D1F1C97-5005-46EE-BC9E-F6F7DBFFE0F6}" dt="2026-07-30T18:42:33.922" v="3"/>
        <pc:sldMkLst>
          <pc:docMk/>
          <pc:sldMk cId="4291488217" sldId="37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65C6B-A0EB-B345-85AD-CC639E278AD5}" type="datetimeFigureOut">
              <a:rPr lang="da-DK" smtClean="0"/>
              <a:t>21-08-2026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CB3D-9B9B-C540-B170-4844630B8FB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2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Relationship Id="rId4" Type="http://schemas.openxmlformats.org/officeDocument/2006/relationships/image" Target="../media/image1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Relationship Id="rId3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svg"/><Relationship Id="rId3" Type="http://schemas.openxmlformats.org/officeDocument/2006/relationships/image" Target="../media/image10.svg"/><Relationship Id="rId4" Type="http://schemas.openxmlformats.org/officeDocument/2006/relationships/image" Target="../media/image1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0.svg"/><Relationship Id="rId4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0.svg"/><Relationship Id="rId4" Type="http://schemas.openxmlformats.org/officeDocument/2006/relationships/image" Target="../media/image1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svg"/><Relationship Id="rId3" Type="http://schemas.openxmlformats.org/officeDocument/2006/relationships/image" Target="../media/image21.svg"/><Relationship Id="rId4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Relationship Id="rId3" Type="http://schemas.openxmlformats.org/officeDocument/2006/relationships/image" Target="../media/image21.svg"/><Relationship Id="rId4" Type="http://schemas.openxmlformats.org/officeDocument/2006/relationships/image" Target="../media/image1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svg"/><Relationship Id="rId3" Type="http://schemas.openxmlformats.org/officeDocument/2006/relationships/image" Target="../media/image21.svg"/><Relationship Id="rId4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svg"/><Relationship Id="rId3" Type="http://schemas.openxmlformats.org/officeDocument/2006/relationships/image" Target="../media/image21.svg"/><Relationship Id="rId4" Type="http://schemas.openxmlformats.org/officeDocument/2006/relationships/image" Target="../media/image1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svg"/><Relationship Id="rId3" Type="http://schemas.openxmlformats.org/officeDocument/2006/relationships/image" Target="../media/image21.svg"/><Relationship Id="rId4" Type="http://schemas.openxmlformats.org/officeDocument/2006/relationships/image" Target="../media/image1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svg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svg"/><Relationship Id="rId3" Type="http://schemas.openxmlformats.org/officeDocument/2006/relationships/image" Target="../media/image28.svg"/><Relationship Id="rId4" Type="http://schemas.openxmlformats.org/officeDocument/2006/relationships/image" Target="../media/image3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svg"/><Relationship Id="rId3" Type="http://schemas.openxmlformats.org/officeDocument/2006/relationships/image" Target="../media/image21.svg"/><Relationship Id="rId4" Type="http://schemas.openxmlformats.org/officeDocument/2006/relationships/image" Target="../media/image3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svg"/><Relationship Id="rId3" Type="http://schemas.openxmlformats.org/officeDocument/2006/relationships/image" Target="../media/image41.svg"/><Relationship Id="rId4" Type="http://schemas.openxmlformats.org/officeDocument/2006/relationships/image" Target="../media/image3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svg"/><Relationship Id="rId3" Type="http://schemas.openxmlformats.org/officeDocument/2006/relationships/image" Target="../media/image21.svg"/><Relationship Id="rId4" Type="http://schemas.openxmlformats.org/officeDocument/2006/relationships/image" Target="../media/image3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svg"/><Relationship Id="rId3" Type="http://schemas.openxmlformats.org/officeDocument/2006/relationships/image" Target="../media/image36.svg"/><Relationship Id="rId4" Type="http://schemas.openxmlformats.org/officeDocument/2006/relationships/image" Target="../media/image2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Relationship Id="rId3" Type="http://schemas.openxmlformats.org/officeDocument/2006/relationships/image" Target="../media/image67.svg"/><Relationship Id="rId4" Type="http://schemas.openxmlformats.org/officeDocument/2006/relationships/image" Target="../media/image36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pn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Relationship Id="rId3" Type="http://schemas.openxmlformats.org/officeDocument/2006/relationships/image" Target="../media/image67.svg"/><Relationship Id="rId4" Type="http://schemas.openxmlformats.org/officeDocument/2006/relationships/image" Target="../media/image3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svg"/><Relationship Id="rId3" Type="http://schemas.openxmlformats.org/officeDocument/2006/relationships/image" Target="../media/image3.svg"/><Relationship Id="rId4" Type="http://schemas.openxmlformats.org/officeDocument/2006/relationships/image" Target="../media/image2.svg"/><Relationship Id="rId5" Type="http://schemas.openxmlformats.org/officeDocument/2006/relationships/image" Target="../media/image7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svg"/><Relationship Id="rId3" Type="http://schemas.openxmlformats.org/officeDocument/2006/relationships/image" Target="../media/image36.svg"/><Relationship Id="rId4" Type="http://schemas.openxmlformats.org/officeDocument/2006/relationships/image" Target="../media/image55.svg"/><Relationship Id="rId5" Type="http://schemas.openxmlformats.org/officeDocument/2006/relationships/image" Target="../media/image7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3.svg"/><Relationship Id="rId3" Type="http://schemas.openxmlformats.org/officeDocument/2006/relationships/image" Target="../media/image3.svg"/><Relationship Id="rId4" Type="http://schemas.openxmlformats.org/officeDocument/2006/relationships/image" Target="../media/image74.svg"/><Relationship Id="rId5" Type="http://schemas.openxmlformats.org/officeDocument/2006/relationships/image" Target="../media/image7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6.svg"/><Relationship Id="rId3" Type="http://schemas.openxmlformats.org/officeDocument/2006/relationships/image" Target="../media/image21.svg"/><Relationship Id="rId4" Type="http://schemas.openxmlformats.org/officeDocument/2006/relationships/image" Target="../media/image36.svg"/><Relationship Id="rId5" Type="http://schemas.openxmlformats.org/officeDocument/2006/relationships/image" Target="../media/image75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svg"/><Relationship Id="rId3" Type="http://schemas.openxmlformats.org/officeDocument/2006/relationships/image" Target="../media/image2.svg"/><Relationship Id="rId4" Type="http://schemas.openxmlformats.org/officeDocument/2006/relationships/image" Target="../media/image78.svg"/><Relationship Id="rId5" Type="http://schemas.openxmlformats.org/officeDocument/2006/relationships/image" Target="../media/image79.svg"/><Relationship Id="rId6" Type="http://schemas.openxmlformats.org/officeDocument/2006/relationships/image" Target="../media/image36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0.svg"/><Relationship Id="rId3" Type="http://schemas.openxmlformats.org/officeDocument/2006/relationships/image" Target="../media/image36.svg"/><Relationship Id="rId4" Type="http://schemas.openxmlformats.org/officeDocument/2006/relationships/image" Target="../media/image79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svg"/><Relationship Id="rId3" Type="http://schemas.openxmlformats.org/officeDocument/2006/relationships/image" Target="../media/image36.svg"/><Relationship Id="rId4" Type="http://schemas.openxmlformats.org/officeDocument/2006/relationships/image" Target="../media/image79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svg"/><Relationship Id="rId3" Type="http://schemas.openxmlformats.org/officeDocument/2006/relationships/image" Target="../media/image36.svg"/><Relationship Id="rId4" Type="http://schemas.openxmlformats.org/officeDocument/2006/relationships/image" Target="../media/image79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3.svg"/><Relationship Id="rId3" Type="http://schemas.openxmlformats.org/officeDocument/2006/relationships/image" Target="../media/image36.svg"/><Relationship Id="rId4" Type="http://schemas.openxmlformats.org/officeDocument/2006/relationships/image" Target="../media/image79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4.svg"/><Relationship Id="rId3" Type="http://schemas.openxmlformats.org/officeDocument/2006/relationships/image" Target="../media/image3.svg"/><Relationship Id="rId4" Type="http://schemas.openxmlformats.org/officeDocument/2006/relationships/image" Target="../media/image74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5.svg"/><Relationship Id="rId3" Type="http://schemas.openxmlformats.org/officeDocument/2006/relationships/image" Target="../media/image28.svg"/><Relationship Id="rId4" Type="http://schemas.openxmlformats.org/officeDocument/2006/relationships/image" Target="../media/image3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770276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AWS </a:t>
            </a:r>
            <a:r>
              <a:rPr lang="en-IN" dirty="0" err="1"/>
              <a:t>Trainium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344" y="2104996"/>
            <a:ext cx="6318129" cy="77027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IN" dirty="0"/>
              <a:t>Why Is AWS Building Its Own AI Chips?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14/08/2026</a:t>
            </a:r>
          </a:p>
          <a:p>
            <a:pPr lvl="0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AABC1-1B04-5F95-66DB-8AA38B56E969}"/>
              </a:ext>
            </a:extLst>
          </p:cNvPr>
          <p:cNvSpPr txBox="1"/>
          <p:nvPr userDrawn="1"/>
        </p:nvSpPr>
        <p:spPr>
          <a:xfrm>
            <a:off x="176816" y="3034268"/>
            <a:ext cx="668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Case Study: The Evolution of AI Infrastructure in Cloud </a:t>
            </a:r>
            <a:r>
              <a:rPr lang="en-IN" baseline="0" dirty="0">
                <a:solidFill>
                  <a:schemeClr val="bg1"/>
                </a:solidFill>
              </a:rPr>
              <a:t>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0E7DA-27E2-824D-EFD6-6804470EC72D}"/>
              </a:ext>
            </a:extLst>
          </p:cNvPr>
          <p:cNvSpPr txBox="1"/>
          <p:nvPr userDrawn="1"/>
        </p:nvSpPr>
        <p:spPr>
          <a:xfrm>
            <a:off x="0" y="5450998"/>
            <a:ext cx="3085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Presented by:</a:t>
            </a:r>
            <a:r>
              <a:rPr lang="en-IN" dirty="0">
                <a:solidFill>
                  <a:schemeClr val="bg1"/>
                </a:solidFill>
              </a:rPr>
              <a:t> Atharav Kagde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Subject:</a:t>
            </a:r>
            <a:r>
              <a:rPr lang="en-IN" dirty="0">
                <a:solidFill>
                  <a:schemeClr val="bg1"/>
                </a:solidFill>
              </a:rPr>
              <a:t> Cloud Computing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EC5B7-86BE-F8A9-77E0-A321A4F51E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57886" y="741807"/>
            <a:ext cx="5334114" cy="53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4E8538-7414-88D9-D26D-AD80E73F6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71C3375-D779-B6CD-317B-72F8CCE94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0111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938272-3CA1-48F3-2CDF-D57361B6A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FD1CE67-DC10-2B60-601C-B128610CD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44672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B70CC5-60B9-18C5-97BE-AC0EB3148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6203FAF-5F7A-E2AB-1F4F-6139AC3F2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86296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E49BE1E-F05F-B8E6-071D-4AC867583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66F3E15-89FB-FAE4-843C-5C8EFB79F1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15920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D13DE1-6FF5-5020-3264-1CBE007D42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5AA5DEF-5007-BC49-AF5B-2A8A9172D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491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EF7E4D-1290-52B4-D6CF-612DD7C0AF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ED192A-5D56-85AB-4269-1209C1AEF3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18750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F3F9B0-C0CD-3049-753C-05BCA962C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4D91F10-9BB7-F1FA-BD1C-AAE09D5E2B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082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96A94E-CBE1-4628-770E-C4C55D834D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007E27-7342-404E-5041-ECF7DCD58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65228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0C169-F839-D8D6-E363-E3F9E0F9B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BCDB725-E0E1-2214-91DB-15A3452E3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7269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A5260C-3747-1A48-FF69-9DC4DB5C2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0D826A-62A5-8B29-F0F2-D32025599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DB2AFB-BDB9-DC7E-47A2-5CBCD33AB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7568F4-4F79-0520-00A7-D5657BFF29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458AA3-5F16-7BE6-75AA-809018FC8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CC4C38-DB1B-4F2E-1D56-2EB5F09FA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8791" y="6092792"/>
            <a:ext cx="765208" cy="765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FA01BA8-29C5-1CA4-DA9F-B655031C11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3B195-718B-4FE4-4ACC-18445D6FCA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1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E88701-8616-46D6-355A-F93A7E4C1C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4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0D0A1-65EA-D307-0653-736966C6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1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37AC05-69BD-5ECB-E910-329BB4BEC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6D83AD-EB3A-947A-DD57-E1F50475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5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A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FDE4A3-2B5D-2979-84ED-4A9F58316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524272-691E-6748-D983-B7C547743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E262D-425E-A627-59E8-C64552392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30CC7C-4F06-FADC-1A66-828E915D0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CBD5DD-DBA2-063D-0F27-1F6566E9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453E9A9-822C-14DB-520A-7AC5B63C0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8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89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5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17399-9BD0-523C-1FEE-D664AC466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BCD445-0957-A256-EECC-A3316F8B3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7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D939D-63F7-865B-C976-416405CC0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262F06-461B-7CE9-54A8-10D872DC35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14E5C8-09EE-2E74-3AC3-FB68FF97A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2A89F2-ABFB-D6F6-C9E1-103749B466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2E1A46-8BBA-4D2B-7AFC-C9E58000FF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7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9F4DD3-6674-0039-A599-0CE7F22F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9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8DAAF9-5E39-98E7-F14D-747F0BBD1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639059-1F52-C7BB-7EAC-E0FDC8F72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145462-C34A-BED5-9AEE-1232875B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9267F0-523B-45CB-FC68-E9A35865F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9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3A1608-C6FD-DA86-633E-9226590BC0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81034-E3E1-75D0-C431-AA4133ABA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30BEC4E-5BCE-7935-6F1B-D8768BAA6F0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1C935B-F6A1-EFE5-8326-553BC443EA4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92A121-3817-6CDB-8639-23F65CFE1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2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D5D8A-DD8D-2E4F-8D01-4E0A7F803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BF6E51F-4141-82B6-B041-320633DF23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86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A312D6-893F-BC34-F08C-CC9CE9761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743B2-3D49-7881-AB8A-D5203F599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8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Whit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AF7DFD-008C-0D6F-0FFD-C4A218C29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AA4738-13C1-E9B0-5107-B536BC669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2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78443A-73D1-0D2C-1C51-643CD2352E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6CD182C-6915-C7DA-4FF3-44DA8D39B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3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3DFFFF-F7E0-36FE-28A5-ADCBE03A2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98F575-F6C3-4A3B-49B4-0C7330DAB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06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7419FD-09A1-A531-34D0-CAC1509ED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1B426F-DD88-00CD-E103-3FABF8D60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41F3B4-D3BE-3B57-52E0-52E28CDE9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194A138-D15A-F939-5D1A-8F8FEBB4DC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56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6B35FF-1398-8DC8-469B-3AFAF2814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5505BC-4923-1951-45F5-364788D815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5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53B466-B63B-B2D6-4A24-D9A356FB1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53A806-40E7-FE6A-B358-5E0E8E91A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12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557407-0374-0028-45C8-B37D4D3DA3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0BA264-2513-C9DE-734C-34DFA09134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60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9C8EC9-2F57-520C-B591-A38C05A3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12696B-EA57-4144-3932-ABFCB4678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56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AE8BA21-5D16-8432-E8A6-0028AE0B2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D97242-D74A-C9B0-3AC3-8997D6232B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C0C72E2-CA94-2C02-E576-B4D4DD26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D17669-5088-0A5A-6FF9-1549FF7798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5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33749D-F1CA-2D64-4675-6A42F479C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971A98-1436-848F-7FD5-6DAD06194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6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545055-BF98-A504-5F81-C3A9B099A1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F33D7F-9938-70A4-58D1-50718DE9B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4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07AFC-AF52-BF34-98DC-509926A42C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5524868-8A0A-3732-4DB1-151E6E302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8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D4638C-4099-7E91-8A9F-2B188B831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4CF0C6-15A2-CBB7-245C-4310BAD28D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4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40A802-5D9F-1519-2C0B-11928977F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4D4787-336D-A563-49B9-CB7CCCE7E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3FF3C0C-2A81-C3E0-D31F-91BA368DD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3316DCF-2620-8B94-4F00-EED9AFD27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308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31653F-E472-6512-321F-4F68D0CC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81B1B4-38CC-908D-9528-DA147FD9A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3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22B38-9A64-41B2-79D5-F4CEC9888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1D2F77-6734-54AB-A783-0E2FD44A39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77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68DBCD-5D3C-28D6-0448-CC9969425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089FF38-D3D0-0BCD-2BC7-3B564A332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6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2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A2351E-7C3E-B385-7FE6-B397F31AB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C7F4FC-A2F2-7EC3-3DB4-16CCBBEEF8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400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E0BE9-9E69-F008-442C-DC7C55E13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7169C8-D397-5C40-8586-7E55F3462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3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AEC06-17CE-587F-3EEA-B146F34E63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E541615-0BCE-7718-694F-1F60475D6F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1C7BC6-053F-C22C-41D0-7484276C7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40CC72-8E17-D6BD-AE8E-F123B7E89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C26B89-C9D2-0390-6C72-C0DCFECD32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28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B3C19-D281-35C5-CFD4-92091B9DF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0F6F-B874-9956-A39D-B09B7463E4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6E2B1E-49B7-C6D5-A990-D802C44B16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34E015-13B4-70B3-C7CB-3AC79D632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C4B44-61F1-C579-6A50-C0B2E7592F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4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31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07F580-E3F9-3306-8AED-131FACA8ED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417" y="6099863"/>
            <a:ext cx="765208" cy="7652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755B-2397-4960-DCD7-B14B84913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B583AC2-54F2-EF5E-2E91-E262AE615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1C2AE4-5A69-065F-6BFC-FD9B86124C4F}"/>
              </a:ext>
            </a:extLst>
          </p:cNvPr>
          <p:cNvSpPr txBox="1"/>
          <p:nvPr userDrawn="1"/>
        </p:nvSpPr>
        <p:spPr>
          <a:xfrm>
            <a:off x="9153625" y="6367225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5263-1D63-3D5A-A7C4-C4F4C28C0A6D}"/>
              </a:ext>
            </a:extLst>
          </p:cNvPr>
          <p:cNvSpPr txBox="1"/>
          <p:nvPr userDrawn="1"/>
        </p:nvSpPr>
        <p:spPr>
          <a:xfrm>
            <a:off x="0" y="6367225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93DC6-09A5-3E63-B78C-447C2630A93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5F13-335C-7AE7-6247-A4B72151C009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31ECE-D9AB-E01A-D432-C3532BBF95DA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EF314-A183-D9CE-2D5E-B0D23CFA0116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D1E-03F8-3190-4871-764F4BFE73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7ECD4-23FF-E32B-F1E7-50CB2CB2BAEB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714C19D-D92A-BC23-911C-03ACE8388D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DF2322F-A173-5A5F-C9E2-EFD74D260A3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9AF63F0-9906-02BC-70D6-989C291780E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61EAD2C-1394-05C8-49B2-639EB96F92E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6B30064-3635-332E-F7CE-FAAB7642E613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49DF716-6AF4-1B07-92A2-AE3CB6B209C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A914B4-22D6-BB71-A29E-73ADB51A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D85E-7BB9-2701-372D-3CDF84A46136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12686-29EC-E621-F1DD-D6BF796B572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8C2B-1877-156E-0E33-E568F106E0D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CA2C-A62B-8A3A-8910-D87BBDC8E69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7F72F-70FF-86A9-D421-9769D7F264D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CD98C-F648-0874-2697-83556BE0E795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3106B6-F2C6-687E-A996-A8D0844ED0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15FB18-6E56-B4E0-BCCC-81A7547959D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12E3D23-FB30-A2D8-26D7-D77DC203A8C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683FDC0-CD99-D86B-2028-4486E3DE8A6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554B0A2-71E3-F90A-C47D-A4FC6F07DBB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1A6B975-F791-EC2F-837B-EC3C84FD88A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CC082E-5EBD-76DE-8D1A-853CA894B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4A0D71-DA2A-EA3D-5057-E05C88D7B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898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DE4F0-794A-FC7F-0C7F-DACEDE6B3C12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E6176-58B7-BFFD-899E-5520DA1B6C9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128A-61E1-17CF-CC43-AE37DB9CB20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2DAA5-3D43-72A3-D107-D20F32DA9A9B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FF82A-AAC5-1673-1B85-B36C8EEEA7DC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5AC3-9D6D-BCE3-BD5E-D26824C49596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F2F901-536B-D057-9778-1172B2E642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770CBE-9881-7355-582D-061D97FAB28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3ADC0F1-2968-8FD1-F030-77A0B664F6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CE9A461-EBC0-2D00-7A10-5DA246DAF40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E183A25-3663-CA9D-4936-3F307CFC241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7DCF528-D324-2F8A-33DB-8F83741431D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2948D1-7D8C-52F8-911E-3F63C2481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A14D1C0-169D-B943-DA6F-016DA7B411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35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B21E-234B-5D3C-4EB4-810B52F3322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34355-90DC-0BC4-1536-5BE708AC3433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D8D4-9CEB-B19A-270C-9265E0F17CFF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4B30-D7A3-0A57-53E2-4ADE0822CE2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5664-05B3-5C1D-06C1-35F8E6D227AF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508C2-EE2D-6FD3-58DB-5E35E624FFDD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899079-C282-89F8-6EB5-E67BA020D46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8977ED-7E8F-39AA-C27A-61AD5F5176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30DECA-C5FC-12A5-E54D-B39D3DED740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521103-C7FB-1077-0F09-6ABA2E3C91B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7C69813-CAF5-294C-2729-3AFC400096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7A4379-1E65-7456-C2B8-6B377288B52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B53AF7D-3E9B-6167-EE15-5015A5515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7CE139E-4CE7-47AE-0FAC-7B7D4E292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14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5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D204A8-53CE-A5E9-9180-13071D565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C9AE78-A61D-F298-BE8A-5EAC2FBAED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7B899-17D1-20DC-D0AE-5BC0B8C2C07C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C5E0-3F53-27A9-5C37-DB2039A45F13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1C2D5D-6C86-9623-085A-21E4E3784EA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FB9D2E-CBD1-CB2E-A2EB-CBBAFF90FF9B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92DC-33EF-8813-2114-597759F5E72B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28E437-A037-E26C-0A14-0E476F8196D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577BB-7B7B-49D9-E0EB-6F144C96E350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272665-3B05-095B-8D21-EAC88CCBEC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494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CAB4-50F5-15E4-182E-1BDBF66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21" y="365125"/>
            <a:ext cx="113278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4F8F-C09E-2F52-3A6E-E313891A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821" y="1825625"/>
            <a:ext cx="11327803" cy="403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0EBD-44FC-DD4E-D37B-0E32B53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158" y="6110057"/>
            <a:ext cx="235592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r>
              <a:rPr lang="da-DK"/>
              <a:t>This is a footer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F31D-A076-52FB-9AB9-7FC4D327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06927" y="6165813"/>
            <a:ext cx="1204857" cy="315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fld id="{7B5FACC5-58C6-DE4A-AF16-603A520A00DE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462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85" r:id="rId2"/>
    <p:sldLayoutId id="2147483786" r:id="rId3"/>
    <p:sldLayoutId id="2147483787" r:id="rId4"/>
    <p:sldLayoutId id="2147483788" r:id="rId5"/>
    <p:sldLayoutId id="2147483784" r:id="rId6"/>
    <p:sldLayoutId id="2147483789" r:id="rId7"/>
    <p:sldLayoutId id="2147483790" r:id="rId8"/>
    <p:sldLayoutId id="2147483791" r:id="rId9"/>
    <p:sldLayoutId id="2147483792" r:id="rId10"/>
    <p:sldLayoutId id="2147483754" r:id="rId11"/>
    <p:sldLayoutId id="2147483780" r:id="rId12"/>
    <p:sldLayoutId id="2147483781" r:id="rId13"/>
    <p:sldLayoutId id="2147483782" r:id="rId14"/>
    <p:sldLayoutId id="2147483783" r:id="rId15"/>
    <p:sldLayoutId id="2147483760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762" r:id="rId30"/>
    <p:sldLayoutId id="2147483761" r:id="rId31"/>
    <p:sldLayoutId id="2147483807" r:id="rId32"/>
    <p:sldLayoutId id="2147483808" r:id="rId33"/>
    <p:sldLayoutId id="2147483809" r:id="rId34"/>
    <p:sldLayoutId id="2147483810" r:id="rId35"/>
    <p:sldLayoutId id="2147483811" r:id="rId36"/>
    <p:sldLayoutId id="2147483812" r:id="rId37"/>
    <p:sldLayoutId id="2147483813" r:id="rId38"/>
    <p:sldLayoutId id="2147483836" r:id="rId39"/>
    <p:sldLayoutId id="2147483837" r:id="rId40"/>
    <p:sldLayoutId id="2147483814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1" r:id="rId47"/>
    <p:sldLayoutId id="2147483822" r:id="rId48"/>
    <p:sldLayoutId id="2147483823" r:id="rId49"/>
    <p:sldLayoutId id="2147483824" r:id="rId50"/>
    <p:sldLayoutId id="2147483825" r:id="rId51"/>
    <p:sldLayoutId id="2147483815" r:id="rId52"/>
    <p:sldLayoutId id="2147483826" r:id="rId53"/>
    <p:sldLayoutId id="2147483827" r:id="rId54"/>
    <p:sldLayoutId id="2147483828" r:id="rId55"/>
    <p:sldLayoutId id="2147483829" r:id="rId56"/>
    <p:sldLayoutId id="2147483830" r:id="rId57"/>
    <p:sldLayoutId id="2147483831" r:id="rId58"/>
    <p:sldLayoutId id="2147483832" r:id="rId59"/>
    <p:sldLayoutId id="2147483833" r:id="rId60"/>
    <p:sldLayoutId id="2147483834" r:id="rId61"/>
    <p:sldLayoutId id="2147483835" r:id="rId62"/>
    <p:sldLayoutId id="2147483777" r:id="rId63"/>
    <p:sldLayoutId id="2147483778" r:id="rId64"/>
    <p:sldLayoutId id="2147483838" r:id="rId65"/>
    <p:sldLayoutId id="2147483839" r:id="rId66"/>
    <p:sldLayoutId id="2147483775" r:id="rId67"/>
    <p:sldLayoutId id="2147483776" r:id="rId68"/>
    <p:sldLayoutId id="2147483767" r:id="rId69"/>
    <p:sldLayoutId id="2147483768" r:id="rId70"/>
    <p:sldLayoutId id="2147483759" r:id="rId71"/>
    <p:sldLayoutId id="2147483844" r:id="rId72"/>
    <p:sldLayoutId id="2147483846" r:id="rId73"/>
    <p:sldLayoutId id="2147483847" r:id="rId74"/>
    <p:sldLayoutId id="2147483848" r:id="rId75"/>
    <p:sldLayoutId id="2147483845" r:id="rId76"/>
    <p:sldLayoutId id="2147483849" r:id="rId7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F26B43"/>
          </p15:clr>
        </p15:guide>
        <p15:guide id="2" pos="739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Student Builder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UC San Diego</a:t>
            </a:r>
          </a:p>
          <a:p>
            <a:r>
              <a:t>GBM #1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Who we are</a:t>
            </a:r>
          </a:p>
          <a:p>
            <a:r>
              <a:t>Meet the board</a:t>
            </a:r>
          </a:p>
          <a:p>
            <a:r>
              <a:t>Why join</a:t>
            </a:r>
          </a:p>
          <a:p>
            <a:r>
              <a:t>Yuv's story: AWS to internship</a:t>
            </a:r>
          </a:p>
          <a:p>
            <a:r>
              <a:t>Projects cohort</a:t>
            </a:r>
          </a:p>
          <a:p>
            <a:r>
              <a:t>We're recruiting</a:t>
            </a:r>
          </a:p>
          <a:p>
            <a:r>
              <a:t>How to get involved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We 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Founding Year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AWS Student Builder Group at UC San Diego is a brand new, student-run community for anyone who wants to build on the cloud.</a:t>
            </a:r>
          </a:p>
          <a:p>
            <a:r>
              <a:t>No prior AWS experience needed. We learn by shipping real projects,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Laksh Goyal, Junior</a:t>
            </a:r>
          </a:p>
          <a:p>
            <a:r>
              <a:t>Yuv, Sophomore</a:t>
            </a:r>
          </a:p>
          <a:p>
            <a:r>
              <a:t>Karleston, Sophomore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AWS credits: build and deploy on real cloud infrastructure without paying out of pocket.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half"/>
          </p:nvPr>
        </p:nvSpPr>
        <p:spPr/>
        <p:txBody>
          <a:bodyPr/>
          <a:lstStyle/>
          <a:p>
            <a:r>
              <a:t>Network with AWS recruiters and engineers at our events.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half"/>
          </p:nvPr>
        </p:nvSpPr>
        <p:spPr/>
        <p:txBody>
          <a:bodyPr/>
          <a:lstStyle/>
          <a:p>
            <a:r>
              <a:t>Hands-on workshops where you deploy real projects you can put on your resume.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half"/>
          </p:nvPr>
        </p:nvSpPr>
        <p:spPr/>
        <p:txBody>
          <a:bodyPr/>
          <a:lstStyle/>
          <a:p>
            <a:r>
              <a:t>Projects cohort next quarter: build a full project with a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Yuv's Story: From AWS to an Internship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How Yuv got started with AWS</a:t>
            </a:r>
          </a:p>
          <a:p>
            <a:r>
              <a:t>What he built and deployed</a:t>
            </a:r>
          </a:p>
          <a:p>
            <a:r>
              <a:t>How it helped him land his internship</a:t>
            </a:r>
          </a:p>
          <a:p>
            <a:r>
              <a:t>His advice for getting started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Cohort: Next Quarter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Small teams build and deploy a real project on AWS over the quarter.</a:t>
            </a:r>
          </a:p>
          <a:p>
            <a:r>
              <a:t>Mentorship from the board, AWS credits to build with, and a finished project for your resume.</a:t>
            </a:r>
          </a:p>
          <a:p>
            <a:r>
              <a:t>Applications open later this quarter. Come to workshops to get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 Involved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We're Recruiting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Marketing / Social Media Lead: run our Instagram and socials, design flyers, grow the community.</a:t>
            </a:r>
          </a:p>
          <a:p>
            <a:r>
              <a:t>Operations Lead: book rooms, plan logistics, and make sure events run smoothly.</a:t>
            </a:r>
          </a:p>
          <a:p>
            <a:r>
              <a:t>No experience required. Just show up and care about building the club.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Get Involved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Follow us and join our community channels.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half"/>
          </p:nvPr>
        </p:nvSpPr>
        <p:spPr/>
        <p:txBody>
          <a:bodyPr/>
          <a:lstStyle/>
          <a:p>
            <a:r>
              <a:t>Fill out the interest form so we can reach you.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half"/>
          </p:nvPr>
        </p:nvSpPr>
        <p:spPr/>
        <p:txBody>
          <a:bodyPr/>
          <a:lstStyle/>
          <a:p>
            <a:r>
              <a:t>Apply for Marketing or Operations Lead.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half"/>
          </p:nvPr>
        </p:nvSpPr>
        <p:spPr/>
        <p:txBody>
          <a:bodyPr/>
          <a:lstStyle/>
          <a:p>
            <a:r>
              <a:t>Come to our first hands-on workshop.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AWS Builder">
      <a:dk1>
        <a:srgbClr val="151D25"/>
      </a:dk1>
      <a:lt1>
        <a:srgbClr val="FFFFFF"/>
      </a:lt1>
      <a:dk2>
        <a:srgbClr val="151D25"/>
      </a:dk2>
      <a:lt2>
        <a:srgbClr val="FFFFFF"/>
      </a:lt2>
      <a:accent1>
        <a:srgbClr val="151D25"/>
      </a:accent1>
      <a:accent2>
        <a:srgbClr val="FF57E9"/>
      </a:accent2>
      <a:accent3>
        <a:srgbClr val="00E582"/>
      </a:accent3>
      <a:accent4>
        <a:srgbClr val="AC5BFF"/>
      </a:accent4>
      <a:accent5>
        <a:srgbClr val="41B3FF"/>
      </a:accent5>
      <a:accent6>
        <a:srgbClr val="FF9900"/>
      </a:accent6>
      <a:hlink>
        <a:srgbClr val="41B3FF"/>
      </a:hlink>
      <a:folHlink>
        <a:srgbClr val="00E5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a34d03-bc8c-4246-a181-fef561b45adc">
      <Terms xmlns="http://schemas.microsoft.com/office/infopath/2007/PartnerControls"/>
    </lcf76f155ced4ddcb4097134ff3c332f>
    <TaxCatchAll xmlns="450c579d-3274-49e9-a0a5-72dc6366495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BA5BA65C18149B1A3C9E34CA338B3" ma:contentTypeVersion="22" ma:contentTypeDescription="Create a new document." ma:contentTypeScope="" ma:versionID="f4707aabe2dd3c1fb54d25505b8c638b">
  <xsd:schema xmlns:xsd="http://www.w3.org/2001/XMLSchema" xmlns:xs="http://www.w3.org/2001/XMLSchema" xmlns:p="http://schemas.microsoft.com/office/2006/metadata/properties" xmlns:ns2="dba34d03-bc8c-4246-a181-fef561b45adc" xmlns:ns3="450c579d-3274-49e9-a0a5-72dc6366495b" targetNamespace="http://schemas.microsoft.com/office/2006/metadata/properties" ma:root="true" ma:fieldsID="1f1f5d4ce844e221d3ae999e30254bb9" ns2:_="" ns3:_="">
    <xsd:import namespace="dba34d03-bc8c-4246-a181-fef561b45adc"/>
    <xsd:import namespace="450c579d-3274-49e9-a0a5-72dc636649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4d03-bc8c-4246-a181-fef561b45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598f88-8395-42e3-b104-228bf013fe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579d-3274-49e9-a0a5-72dc6366495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e0a8d44-b134-428a-a292-5c24a69b722b}" ma:internalName="TaxCatchAll" ma:showField="CatchAllData" ma:web="450c579d-3274-49e9-a0a5-72dc636649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F3C38F-CB27-40B2-8544-61F7275A0D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A6E2C3-CF76-41CC-8C7E-172D89CB23F7}">
  <ds:schemaRefs>
    <ds:schemaRef ds:uri="http://schemas.microsoft.com/office/2006/metadata/properties"/>
    <ds:schemaRef ds:uri="http://schemas.microsoft.com/office/infopath/2007/PartnerControls"/>
    <ds:schemaRef ds:uri="dba34d03-bc8c-4246-a181-fef561b45adc"/>
    <ds:schemaRef ds:uri="450c579d-3274-49e9-a0a5-72dc6366495b"/>
  </ds:schemaRefs>
</ds:datastoreItem>
</file>

<file path=customXml/itemProps3.xml><?xml version="1.0" encoding="utf-8"?>
<ds:datastoreItem xmlns:ds="http://schemas.openxmlformats.org/officeDocument/2006/customXml" ds:itemID="{82C3EC68-756C-4D1B-AEE1-879C0C791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a34d03-bc8c-4246-a181-fef561b45adc"/>
    <ds:schemaRef ds:uri="450c579d-3274-49e9-a0a5-72dc63664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4747</TotalTime>
  <Words>21</Words>
  <Application>Microsoft Office PowerPoint</Application>
  <PresentationFormat>Widescreen</PresentationFormat>
  <Paragraphs>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Covers</vt:lpstr>
      <vt:lpstr>AWS Trainium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 sentence or heading goes here.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Thagaard</dc:creator>
  <cp:lastModifiedBy>Atharav Kagde</cp:lastModifiedBy>
  <cp:revision>254</cp:revision>
  <dcterms:created xsi:type="dcterms:W3CDTF">2025-06-11T07:43:35Z</dcterms:created>
  <dcterms:modified xsi:type="dcterms:W3CDTF">2026-08-21T17:57:38Z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2025-06-19T22:21:55Z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217925c7-55b6-46f2-8719-01135592f11b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  <property fmtid="{D5CDD505-2E9C-101B-9397-08002B2CF9AE}" pid="10" name="ContentTypeId">
    <vt:lpwstr>0x01010050BBA5BA65C18149B1A3C9E34CA338B3</vt:lpwstr>
  </property>
  <property fmtid="{D5CDD505-2E9C-101B-9397-08002B2CF9AE}" pid="11" name="MediaServiceImageTags">
    <vt:lpwstr/>
  </property>
</Properties>
</file>